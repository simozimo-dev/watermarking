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Operations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elit, sed do eiusmod tempor incididunt ut labore et dolore magna aliqua</a:t>
            </a:r>
          </a:p>
          <a:p>
            <a:r>
              <a:t>Ut enim ad minim veniam, quis nostrud exercitation ullamco laboris nisi ut aliquip ex ea commodo consequat</a:t>
            </a:r>
          </a:p>
          <a:p>
            <a:r>
              <a:t>Duis aute irure dolor in reprehenderit in voluptate velit esse.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elit, sed do eiusmod tempor incididunt ut labore et dolore magna aliqua</a:t>
            </a:r>
          </a:p>
          <a:p>
            <a:r>
              <a:t>Ut enim ad minim veniam, quis nostrud exercitation ullamco laboris nisi ut aliquip ex ea commodo consequat</a:t>
            </a:r>
          </a:p>
          <a:p>
            <a:r>
              <a:t>Duis aute irure dolor in reprehenderit in voluptate velit esse.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elit, sed do eiusmod tempor incididunt ut labore et dolore magna aliqua</a:t>
            </a:r>
          </a:p>
          <a:p>
            <a:r>
              <a:t>Ut enim ad minim veniam, quis nostrud exercitation ullamco laboris nisi ut aliquip ex ea commodo consequat</a:t>
            </a:r>
          </a:p>
          <a:p>
            <a:r>
              <a:t>Duis aute irure dolor in reprehenderit in voluptate velit esse.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elit, sed do eiusmod tempor incididunt ut labore et dolore magna aliqua</a:t>
            </a:r>
          </a:p>
          <a:p>
            <a:r>
              <a:t>Ut enim ad minim veniam, quis nostrud exercitation ullamco laboris nisi ut aliquip ex ea commodo consequat</a:t>
            </a:r>
          </a:p>
          <a:p>
            <a:r>
              <a:t>Duis aute irure dolor in reprehenderit in voluptate velit esse.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elit, sed do eiusmod tempor incididunt ut labore et dolore magna aliqua</a:t>
            </a:r>
          </a:p>
          <a:p>
            <a:r>
              <a:t>Ut enim ad minim veniam, quis nostrud exercitation ullamco laboris nisi ut aliquip ex ea commodo consequat</a:t>
            </a:r>
          </a:p>
          <a:p>
            <a:r>
              <a:t>Duis aute irure dolor in reprehenderit in voluptate velit esse.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